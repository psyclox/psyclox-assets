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9"/>
  </p:notesMasterIdLst>
  <p:sldIdLst>
    <p:sldId id="263" r:id="rId3"/>
    <p:sldId id="257" r:id="rId4"/>
    <p:sldId id="258" r:id="rId5"/>
    <p:sldId id="264" r:id="rId6"/>
    <p:sldId id="270" r:id="rId7"/>
    <p:sldId id="268" r:id="rId8"/>
    <p:sldId id="269" r:id="rId9"/>
    <p:sldId id="260" r:id="rId10"/>
    <p:sldId id="272" r:id="rId11"/>
    <p:sldId id="261" r:id="rId12"/>
    <p:sldId id="262" r:id="rId13"/>
    <p:sldId id="274" r:id="rId14"/>
    <p:sldId id="275" r:id="rId15"/>
    <p:sldId id="276" r:id="rId16"/>
    <p:sldId id="277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thikeyan" initials="k" lastIdx="1" clrIdx="0">
    <p:extLst>
      <p:ext uri="{19B8F6BF-5375-455C-9EA6-DF929625EA0E}">
        <p15:presenceInfo xmlns:p15="http://schemas.microsoft.com/office/powerpoint/2012/main" userId="karthikey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 autoAdjust="0"/>
  </p:normalViewPr>
  <p:slideViewPr>
    <p:cSldViewPr snapToGrid="0">
      <p:cViewPr varScale="1">
        <p:scale>
          <a:sx n="71" d="100"/>
          <a:sy n="71" d="100"/>
        </p:scale>
        <p:origin x="138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5AC3B-F62F-44A6-A5AB-F16EE4B8B5FE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B4481-D00A-4748-A835-8D0208798E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18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80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IN" dirty="0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IN" dirty="0"/>
              <a:t>EGSPEC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DE39A3CD-3BD6-4988-A40F-2685DD886A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66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93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113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33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70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29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66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36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7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381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015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EGSPEC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A3CD-3BD6-4988-A40F-2685DD886A93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4529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725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980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9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810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023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4587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7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6010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74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76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IN"/>
              <a:t>28-09-2024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0936921-CE65-47C0-AAD1-DA18824D594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785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A17C-FA6D-6825-C3B7-C819BB175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23" y="68831"/>
            <a:ext cx="8947356" cy="14305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  Protection  Plug-in  For Sensitive  Cloud Storage  Data</a:t>
            </a:r>
            <a:endParaRPr lang="en-IN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C2779-9C25-6258-ADB5-25DE90225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323" y="5398128"/>
            <a:ext cx="8947356" cy="139104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>
            <a:no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Science And Business System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E.G.S. Pillay Engineering College (Autonomous)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Nagapattinam, Tamilnadu.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3A35E-6636-673B-8CF4-843C1F14ADF6}"/>
              </a:ext>
            </a:extLst>
          </p:cNvPr>
          <p:cNvSpPr txBox="1"/>
          <p:nvPr/>
        </p:nvSpPr>
        <p:spPr>
          <a:xfrm>
            <a:off x="2497829" y="1664946"/>
            <a:ext cx="43736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SANTHOSH .M          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	  </a:t>
            </a:r>
            <a:r>
              <a:rPr lang="en-US" sz="2000" b="1" dirty="0"/>
              <a:t>8208E21BSR050</a:t>
            </a:r>
          </a:p>
          <a:p>
            <a:r>
              <a:rPr lang="en-IN" sz="2000" dirty="0"/>
              <a:t>KARTHIKEYAN .N       </a:t>
            </a:r>
            <a:r>
              <a:rPr lang="en-IN" sz="2000" b="1" dirty="0"/>
              <a:t>-</a:t>
            </a:r>
            <a:r>
              <a:rPr lang="en-IN" sz="2000" dirty="0"/>
              <a:t>    </a:t>
            </a:r>
            <a:r>
              <a:rPr lang="en-US" sz="2000" b="1" dirty="0"/>
              <a:t>820</a:t>
            </a:r>
            <a:r>
              <a:rPr lang="en-IN" sz="2000" b="1" dirty="0"/>
              <a:t>8E21BSR028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/>
              <a:t>MD HASHIF .H	    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	  </a:t>
            </a:r>
            <a:r>
              <a:rPr lang="en-US" sz="2000" b="1" dirty="0"/>
              <a:t>820</a:t>
            </a:r>
            <a:r>
              <a:rPr lang="en-IN" sz="2000" b="1" dirty="0"/>
              <a:t>8E21BSR034</a:t>
            </a:r>
            <a:endParaRPr lang="en-US" sz="2000" b="1" dirty="0"/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567F7-2A3C-901D-97CB-8B7D9DDE80DC}"/>
              </a:ext>
            </a:extLst>
          </p:cNvPr>
          <p:cNvSpPr txBox="1"/>
          <p:nvPr/>
        </p:nvSpPr>
        <p:spPr>
          <a:xfrm>
            <a:off x="2497830" y="2985667"/>
            <a:ext cx="41483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guidance of</a:t>
            </a:r>
            <a:endParaRPr lang="en-IN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P. ANANDRAJ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Assistant professor  &amp; HOD </a:t>
            </a:r>
          </a:p>
        </p:txBody>
      </p:sp>
      <p:pic>
        <p:nvPicPr>
          <p:cNvPr id="1026" name="Picture 2" descr="E G S Pillay Engineering College">
            <a:extLst>
              <a:ext uri="{FF2B5EF4-FFF2-40B4-BE49-F238E27FC236}">
                <a16:creationId xmlns:a16="http://schemas.microsoft.com/office/drawing/2014/main" id="{389CD0D9-AE7A-6317-2EB7-5D40B148A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401" y="3869455"/>
            <a:ext cx="1519515" cy="139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77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30"/>
            <a:ext cx="7886700" cy="84424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90" y="1828358"/>
            <a:ext cx="7290055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 of the proposed project work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 of objectives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of the Proposed Work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400" dirty="0"/>
              <a:t>26-11-2024</a:t>
            </a:r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/>
              <a:t>EGSPEC</a:t>
            </a:r>
            <a:endParaRPr lang="en-IN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7003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30"/>
            <a:ext cx="7886700" cy="84424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400" dirty="0"/>
              <a:t>26-11-2024</a:t>
            </a:r>
            <a:endParaRPr lang="en-IN" sz="14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3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87B70F-D257-4EBC-9A53-2FE837B1F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7" y="1613646"/>
            <a:ext cx="7747254" cy="420892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Secure Cloud Storage</a:t>
            </a: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Users face risks of data breaches in cloud storage platforms, leaving sensitive files vulnerable to unauthorized access.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File Encryption Complexity</a:t>
            </a: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Existing tools require technical expertise to encrypt files before uploading, making the process cumbersome for non-technical users.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Integrity and Accessibility Issues</a:t>
            </a:r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Ensuring file integrity during upload/download and secure access without compromising usability is a significant challenge.</a:t>
            </a:r>
            <a:endParaRPr lang="en-IN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039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CB43-EBF4-32F6-3F0D-39BC1317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124" y="-152400"/>
            <a:ext cx="7886700" cy="14779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5D8BC-7731-665B-334A-EA74B4E7F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121" y="1159134"/>
            <a:ext cx="8044703" cy="507761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Unauthorized Access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Sensitive data can be accessed by unauthorized users, including malicious insiders.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Breaches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Leaked or stolen data might be exploited by attackers if not encrypted.</a:t>
            </a:r>
          </a:p>
          <a:p>
            <a:pPr marL="0" indent="0">
              <a:buNone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Tampering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Sensitive data could be modified by malicious entities in the cloud.</a:t>
            </a:r>
          </a:p>
          <a:p>
            <a:pPr marL="0" indent="0">
              <a:buNone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53180-5F29-B9C5-218E-88A7DA08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26-11-2024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9D5F-92F3-EF61-015E-BF5B34DF4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EGSPEC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27D2D-6000-72E1-6902-FA85599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9A3CD-3BD6-4988-A40F-2685DD886A93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14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30"/>
            <a:ext cx="7886700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  <a:b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26-11-2024</a:t>
            </a:r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5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21523-CC1C-4BED-B179-0CC2160539B2}"/>
              </a:ext>
            </a:extLst>
          </p:cNvPr>
          <p:cNvSpPr txBox="1"/>
          <p:nvPr/>
        </p:nvSpPr>
        <p:spPr>
          <a:xfrm>
            <a:off x="720813" y="924375"/>
            <a:ext cx="77945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paper explores the use of attribute-based encryption to ensure privacy-preserving access control in cloud storage systems. It addresses the challenges of balancing security and usability in cloud environments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3080507-9B1F-4DD5-9C25-306B31015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742114"/>
              </p:ext>
            </p:extLst>
          </p:nvPr>
        </p:nvGraphicFramePr>
        <p:xfrm>
          <a:off x="720813" y="3003242"/>
          <a:ext cx="7794538" cy="2930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269">
                  <a:extLst>
                    <a:ext uri="{9D8B030D-6E8A-4147-A177-3AD203B41FA5}">
                      <a16:colId xmlns:a16="http://schemas.microsoft.com/office/drawing/2014/main" val="3360183851"/>
                    </a:ext>
                  </a:extLst>
                </a:gridCol>
                <a:gridCol w="3897269">
                  <a:extLst>
                    <a:ext uri="{9D8B030D-6E8A-4147-A177-3AD203B41FA5}">
                      <a16:colId xmlns:a16="http://schemas.microsoft.com/office/drawing/2014/main" val="4133117074"/>
                    </a:ext>
                  </a:extLst>
                </a:gridCol>
              </a:tblGrid>
              <a:tr h="761411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Journals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Key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814772"/>
                  </a:ext>
                </a:extLst>
              </a:tr>
              <a:tr h="2168977">
                <a:tc>
                  <a:txBody>
                    <a:bodyPr/>
                    <a:lstStyle/>
                    <a:p>
                      <a:r>
                        <a:rPr lang="en-IN" sz="1900" dirty="0"/>
                        <a:t>Title </a:t>
                      </a:r>
                    </a:p>
                    <a:p>
                      <a:endParaRPr lang="en-IN" sz="1900" dirty="0"/>
                    </a:p>
                    <a:p>
                      <a:endParaRPr lang="en-IN" sz="1900" dirty="0"/>
                    </a:p>
                    <a:p>
                      <a:endParaRPr lang="en-IN" sz="1900" dirty="0"/>
                    </a:p>
                    <a:p>
                      <a:r>
                        <a:rPr lang="en-IN" sz="1900" dirty="0"/>
                        <a:t>Author    </a:t>
                      </a:r>
                    </a:p>
                    <a:p>
                      <a:r>
                        <a:rPr lang="en-IN" sz="1900" dirty="0"/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1600" dirty="0"/>
                        <a:t>Searchable Public-Key Encryption With Cryptographic Reverse Firewalls for Cloud Storage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GB" sz="1900" dirty="0"/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GB" sz="19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1600" dirty="0" err="1"/>
                        <a:t>Yuyang</a:t>
                      </a:r>
                      <a:r>
                        <a:rPr lang="en-IN" sz="1600" dirty="0"/>
                        <a:t> Zhou , </a:t>
                      </a:r>
                      <a:r>
                        <a:rPr lang="en-IN" sz="1600" dirty="0" err="1"/>
                        <a:t>Zhebin</a:t>
                      </a:r>
                      <a:r>
                        <a:rPr lang="en-IN" sz="1600" dirty="0"/>
                        <a:t> Hu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IN" sz="1600" dirty="0"/>
                        <a:t>2023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71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30"/>
            <a:ext cx="7886700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b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26-11-2024</a:t>
            </a:r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6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21523-CC1C-4BED-B179-0CC2160539B2}"/>
              </a:ext>
            </a:extLst>
          </p:cNvPr>
          <p:cNvSpPr txBox="1"/>
          <p:nvPr/>
        </p:nvSpPr>
        <p:spPr>
          <a:xfrm>
            <a:off x="720813" y="1455867"/>
            <a:ext cx="77945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study presents a Client Side Encryption in cloud networks, optimizing the balance between data security. It identifies and tackles current challenges in encrypted data 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24404B-482C-4986-B193-DE247730A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402753"/>
              </p:ext>
            </p:extLst>
          </p:nvPr>
        </p:nvGraphicFramePr>
        <p:xfrm>
          <a:off x="720813" y="3140890"/>
          <a:ext cx="7794538" cy="2517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269">
                  <a:extLst>
                    <a:ext uri="{9D8B030D-6E8A-4147-A177-3AD203B41FA5}">
                      <a16:colId xmlns:a16="http://schemas.microsoft.com/office/drawing/2014/main" val="3360183851"/>
                    </a:ext>
                  </a:extLst>
                </a:gridCol>
                <a:gridCol w="3897269">
                  <a:extLst>
                    <a:ext uri="{9D8B030D-6E8A-4147-A177-3AD203B41FA5}">
                      <a16:colId xmlns:a16="http://schemas.microsoft.com/office/drawing/2014/main" val="4133117074"/>
                    </a:ext>
                  </a:extLst>
                </a:gridCol>
              </a:tblGrid>
              <a:tr h="7190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Journals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Key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814772"/>
                  </a:ext>
                </a:extLst>
              </a:tr>
              <a:tr h="1798320">
                <a:tc>
                  <a:txBody>
                    <a:bodyPr/>
                    <a:lstStyle/>
                    <a:p>
                      <a:r>
                        <a:rPr lang="en-IN" sz="1900" dirty="0"/>
                        <a:t>Title </a:t>
                      </a:r>
                    </a:p>
                    <a:p>
                      <a:endParaRPr lang="en-IN" sz="1900" dirty="0"/>
                    </a:p>
                    <a:p>
                      <a:endParaRPr lang="en-IN" sz="1900" dirty="0"/>
                    </a:p>
                    <a:p>
                      <a:r>
                        <a:rPr lang="en-IN" sz="1900" dirty="0"/>
                        <a:t>Author</a:t>
                      </a:r>
                    </a:p>
                    <a:p>
                      <a:r>
                        <a:rPr lang="en-IN" sz="1900" dirty="0"/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1600" dirty="0"/>
                        <a:t>A Novel Approach for Client Side Encryption in Cloud Computing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GB" sz="20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1600" dirty="0"/>
                        <a:t>Md. </a:t>
                      </a:r>
                      <a:r>
                        <a:rPr lang="en-IN" sz="1600" dirty="0" err="1"/>
                        <a:t>Mahidul</a:t>
                      </a:r>
                      <a:r>
                        <a:rPr lang="en-IN" sz="1600" dirty="0"/>
                        <a:t> Islam</a:t>
                      </a:r>
                      <a:r>
                        <a:rPr lang="en-IN" sz="2400" dirty="0"/>
                        <a:t>, </a:t>
                      </a:r>
                      <a:r>
                        <a:rPr lang="en-IN" sz="1600" dirty="0"/>
                        <a:t>Md. Zahid Hasan </a:t>
                      </a:r>
                      <a:endParaRPr lang="en-IN" sz="24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1600" dirty="0"/>
                        <a:t>2019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89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30"/>
            <a:ext cx="7886700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</a:t>
            </a:r>
            <a:b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26-11-2024</a:t>
            </a:r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7</a:t>
            </a:fld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51E9DC-EB8E-4664-ADB4-9C77A44E8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607466"/>
              </p:ext>
            </p:extLst>
          </p:nvPr>
        </p:nvGraphicFramePr>
        <p:xfrm>
          <a:off x="720813" y="3265085"/>
          <a:ext cx="7794538" cy="2465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269">
                  <a:extLst>
                    <a:ext uri="{9D8B030D-6E8A-4147-A177-3AD203B41FA5}">
                      <a16:colId xmlns:a16="http://schemas.microsoft.com/office/drawing/2014/main" val="3360183851"/>
                    </a:ext>
                  </a:extLst>
                </a:gridCol>
                <a:gridCol w="3897269">
                  <a:extLst>
                    <a:ext uri="{9D8B030D-6E8A-4147-A177-3AD203B41FA5}">
                      <a16:colId xmlns:a16="http://schemas.microsoft.com/office/drawing/2014/main" val="4133117074"/>
                    </a:ext>
                  </a:extLst>
                </a:gridCol>
              </a:tblGrid>
              <a:tr h="66700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Journals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Key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814772"/>
                  </a:ext>
                </a:extLst>
              </a:tr>
              <a:tr h="1798320">
                <a:tc>
                  <a:txBody>
                    <a:bodyPr/>
                    <a:lstStyle/>
                    <a:p>
                      <a:r>
                        <a:rPr lang="en-IN" sz="1900" dirty="0"/>
                        <a:t>Title </a:t>
                      </a:r>
                    </a:p>
                    <a:p>
                      <a:endParaRPr lang="en-IN" sz="1900" dirty="0"/>
                    </a:p>
                    <a:p>
                      <a:endParaRPr lang="en-IN" sz="1900" dirty="0"/>
                    </a:p>
                    <a:p>
                      <a:r>
                        <a:rPr lang="en-IN" sz="1900" dirty="0"/>
                        <a:t>Author</a:t>
                      </a:r>
                    </a:p>
                    <a:p>
                      <a:r>
                        <a:rPr lang="en-IN" sz="1900" dirty="0"/>
                        <a:t>Year of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GB" sz="1600" dirty="0"/>
                        <a:t>Survey of data and storage security in cloud computing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GB" sz="16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1600" dirty="0" err="1"/>
                        <a:t>S.Rajeswari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R.Kalaiselvi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IN" sz="1600" dirty="0"/>
                        <a:t>2017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1095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1523-CC1C-4BED-B179-0CC2160539B2}"/>
              </a:ext>
            </a:extLst>
          </p:cNvPr>
          <p:cNvSpPr txBox="1"/>
          <p:nvPr/>
        </p:nvSpPr>
        <p:spPr>
          <a:xfrm>
            <a:off x="720813" y="1489699"/>
            <a:ext cx="779453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Study examines of data and storage security in cloud computing, access control and attribute based encryption. It highlights privacy benefits while addressing challenges of computational efficiency and implementation.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84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55" y="668544"/>
            <a:ext cx="8327090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  OF  PROPOSED  PROJECT 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25" y="1428333"/>
            <a:ext cx="7955525" cy="476112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GB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Feasibility: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is viable given the use of established tools like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SharpShell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.NET encryption libraries, and Google Drive/OneDrive APIs, ensuring compatibility with personal computers.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Feasibility: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development process is cost-effective, relying on free or low-cost resources such as development environments and cloud services, with minimal hardware or infrastructure costs.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26-11-2024</a:t>
            </a:r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75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594325"/>
            <a:ext cx="8515349" cy="84424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FEASIBILITY  OF  PROPOSED  PROJECT 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25" y="1209374"/>
            <a:ext cx="7955525" cy="476112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GB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400" b="1" dirty="0"/>
              <a:t>Resource Feasibility</a:t>
            </a:r>
            <a:r>
              <a:rPr lang="en-GB" sz="2400" dirty="0"/>
              <a:t>: Required skills and tools (e.g., Visual Studio, C#, Extensions, cloud API knowledge) are readily accessible, ensuring smooth implementation with existing developer expertise.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GB" sz="2400" b="1" dirty="0"/>
              <a:t>Risk Feasibility</a:t>
            </a:r>
            <a:r>
              <a:rPr lang="en-GB" sz="2400" dirty="0"/>
              <a:t>: The project presents manageable risks, such as API changes or security vulnerabilities, which can be mitigated by regular updates and strong encryption practices.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26-11-2024</a:t>
            </a:r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69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781" y="572099"/>
            <a:ext cx="7886700" cy="844243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 OF OBJECTIVES 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994221"/>
            <a:ext cx="7886700" cy="477456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b="1" dirty="0"/>
              <a:t>Data Security</a:t>
            </a:r>
            <a:r>
              <a:rPr lang="en-GB" sz="2400" dirty="0"/>
              <a:t>: Provide robust AES-256 encryption to safeguard user files stored in cloud services against unauthorized access and breaches.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b="1" dirty="0"/>
              <a:t>Ease of Use</a:t>
            </a:r>
            <a:r>
              <a:rPr lang="en-GB" sz="2400" dirty="0"/>
              <a:t>: Develop a user-friendly browser extension with drag-and-drop functionality for seamless file encryption and decryption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2400" b="1" dirty="0"/>
              <a:t>Cloud Integration</a:t>
            </a:r>
            <a:r>
              <a:rPr lang="en-GB" sz="2400" dirty="0"/>
              <a:t>: Enable compatibility with multiple cloud storage platforms like Google Drive and OneDrive for automatic uploads and downloads.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26-11-2024</a:t>
            </a:r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609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20D-230F-F6B5-1EDB-54F7B90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28" y="569246"/>
            <a:ext cx="7886700" cy="90177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 PROPOSED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257D-7608-F45D-75AF-999C4F6E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99" y="1123608"/>
            <a:ext cx="7886700" cy="5129273"/>
          </a:xfrm>
        </p:spPr>
        <p:txBody>
          <a:bodyPr anchor="ctr">
            <a:noAutofit/>
          </a:bodyPr>
          <a:lstStyle/>
          <a:p>
            <a:pPr marL="457200" indent="-457200" algn="just">
              <a:buAutoNum type="arabicPeriod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 Analysis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Identifying user needs, cloud provider API and encryption protocols.</a:t>
            </a:r>
          </a:p>
          <a:p>
            <a:pPr marL="457200" indent="-457200" algn="just">
              <a:buAutoNum type="arabicPeriod"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&amp; Development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Using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SharpShell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Windows Explorer integration or Browser Extension.</a:t>
            </a:r>
          </a:p>
          <a:p>
            <a:pPr marL="0" indent="0" algn="just">
              <a:buNone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API Integration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Implementing APIs to manage file uploads and downloads, ensuring seamless data transfer.</a:t>
            </a:r>
          </a:p>
          <a:p>
            <a:pPr marL="0" indent="0" algn="just">
              <a:buNone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&amp; Maintenance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Performing functional and security tests to ensure encryption integrity, cloud compatibility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0C5C-137F-270B-76EF-7448C8FF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26-11-2024</a:t>
            </a:r>
            <a:endParaRPr lang="en-IN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9112-4CED-EF07-0F0C-E7AEF6C8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7C2C1-85F3-9E7B-A7D0-B339AEA0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C6DA-5C11-4692-9E76-4315245659F2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1440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F3EF2-8061-4521-9870-005191B0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26-11-2024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97A3D-8D17-41D6-8DC8-C056205B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51D7-5DDC-4C96-B8D0-3936DDE1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D5643-736E-45C5-8C5C-EDAC3184BECE}"/>
              </a:ext>
            </a:extLst>
          </p:cNvPr>
          <p:cNvSpPr txBox="1"/>
          <p:nvPr/>
        </p:nvSpPr>
        <p:spPr>
          <a:xfrm>
            <a:off x="539358" y="527053"/>
            <a:ext cx="403264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USE CASE DIAGRAM</a:t>
            </a:r>
            <a:endParaRPr lang="en-IN" sz="3600" dirty="0"/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FBA377-DDAF-4F85-B70F-0FF7BCF04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0" t="6931"/>
          <a:stretch/>
        </p:blipFill>
        <p:spPr>
          <a:xfrm>
            <a:off x="1856650" y="1103086"/>
            <a:ext cx="5509585" cy="525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67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F3EF2-8061-4521-9870-005191B0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26-11-2024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97A3D-8D17-41D6-8DC8-C056205B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51D7-5DDC-4C96-B8D0-3936DDE1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13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D5643-736E-45C5-8C5C-EDAC3184BECE}"/>
              </a:ext>
            </a:extLst>
          </p:cNvPr>
          <p:cNvSpPr txBox="1"/>
          <p:nvPr/>
        </p:nvSpPr>
        <p:spPr>
          <a:xfrm>
            <a:off x="537577" y="496589"/>
            <a:ext cx="4296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SEQUENCE DIAGRAM </a:t>
            </a: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01B9D0-730D-46EA-A07F-AE0C77CB6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28" y="1158727"/>
            <a:ext cx="6081485" cy="473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54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F3EF2-8061-4521-9870-005191B0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26-11-2024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97A3D-8D17-41D6-8DC8-C056205B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51D7-5DDC-4C96-B8D0-3936DDE1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D5643-736E-45C5-8C5C-EDAC3184BECE}"/>
              </a:ext>
            </a:extLst>
          </p:cNvPr>
          <p:cNvSpPr txBox="1"/>
          <p:nvPr/>
        </p:nvSpPr>
        <p:spPr>
          <a:xfrm>
            <a:off x="537577" y="496589"/>
            <a:ext cx="38397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ACTIVITY DIAGRAM</a:t>
            </a:r>
            <a:endParaRPr lang="en-IN" sz="3600" dirty="0"/>
          </a:p>
          <a:p>
            <a:r>
              <a:rPr lang="en-US" sz="3600" dirty="0"/>
              <a:t> </a:t>
            </a: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 6">
            <a:extLst>
              <a:ext uri="{FF2B5EF4-FFF2-40B4-BE49-F238E27FC236}">
                <a16:creationId xmlns:a16="http://schemas.microsoft.com/office/drawing/2014/main" id="{DFADB3AA-2337-476B-BA27-4403CD209E62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" t="22874" r="1219" b="2469"/>
          <a:stretch/>
        </p:blipFill>
        <p:spPr bwMode="auto">
          <a:xfrm>
            <a:off x="628649" y="1219199"/>
            <a:ext cx="8152493" cy="41656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76253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F3EF2-8061-4521-9870-005191B0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b="1" dirty="0"/>
              <a:t>26-11-2024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97A3D-8D17-41D6-8DC8-C056205B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EGSPEC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51D7-5DDC-4C96-B8D0-3936DDE1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15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D5643-736E-45C5-8C5C-EDAC3184BECE}"/>
              </a:ext>
            </a:extLst>
          </p:cNvPr>
          <p:cNvSpPr txBox="1"/>
          <p:nvPr/>
        </p:nvSpPr>
        <p:spPr>
          <a:xfrm>
            <a:off x="537577" y="496589"/>
            <a:ext cx="37511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3600" dirty="0"/>
              <a:t>CLASS DIAGRAM</a:t>
            </a:r>
            <a:endParaRPr lang="en-IN" sz="3600" dirty="0"/>
          </a:p>
          <a:p>
            <a:r>
              <a:rPr lang="en-US" sz="3600" dirty="0"/>
              <a:t> </a:t>
            </a:r>
            <a:endParaRPr lang="en-IN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6BDDE-7EEB-48DD-A7DA-A373CB70A78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56" y="1030514"/>
            <a:ext cx="5907315" cy="532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42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D9A00-49D9-4F07-87B9-6EF2CF28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26-11-2024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335B1-5F2C-474F-BD46-E3AD020E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36921-CE65-47C0-AAD1-DA18824D5944}" type="slidenum">
              <a:rPr lang="en-IN" smtClean="0"/>
              <a:t>16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55B25-63E2-4968-B599-B2096DFC95C8}"/>
              </a:ext>
            </a:extLst>
          </p:cNvPr>
          <p:cNvSpPr txBox="1"/>
          <p:nvPr/>
        </p:nvSpPr>
        <p:spPr>
          <a:xfrm>
            <a:off x="1400631" y="2806691"/>
            <a:ext cx="6342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dventure Subtitles" panose="040B0600000000000000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0585682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585</TotalTime>
  <Words>724</Words>
  <Application>Microsoft Office PowerPoint</Application>
  <PresentationFormat>On-screen Show (4:3)</PresentationFormat>
  <Paragraphs>147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Adventure Subtitles</vt:lpstr>
      <vt:lpstr>Aptos</vt:lpstr>
      <vt:lpstr>Aptos Display</vt:lpstr>
      <vt:lpstr>Arial</vt:lpstr>
      <vt:lpstr>Calibri</vt:lpstr>
      <vt:lpstr>Tw Cen MT</vt:lpstr>
      <vt:lpstr>Tw Cen MT Condensed</vt:lpstr>
      <vt:lpstr>Wingdings</vt:lpstr>
      <vt:lpstr>Wingdings 3</vt:lpstr>
      <vt:lpstr>Office Theme</vt:lpstr>
      <vt:lpstr>Integral</vt:lpstr>
      <vt:lpstr>Robust  Protection  Plug-in  For Sensitive  Cloud Storage  Data</vt:lpstr>
      <vt:lpstr>Presentation Flow</vt:lpstr>
      <vt:lpstr>Problem Statement</vt:lpstr>
      <vt:lpstr>  Problem Statement</vt:lpstr>
      <vt:lpstr>LITERATURE REVIEW </vt:lpstr>
      <vt:lpstr>LITERATURE REVIEW </vt:lpstr>
      <vt:lpstr>LITERATURE REVIEW </vt:lpstr>
      <vt:lpstr>FEASIBILITY  OF  PROPOSED  PROJECT  </vt:lpstr>
      <vt:lpstr>FEASIBILITY  OF  PROPOSED  PROJECT  </vt:lpstr>
      <vt:lpstr>IDENTIFICATION OF OBJECTIVES  </vt:lpstr>
      <vt:lpstr>METHODOLOGY PROPOSED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PROTECTION PLUG-IN FOR SENSITIVE CLOUD STORAGE</dc:title>
  <dc:creator>Shyam Sundar</dc:creator>
  <cp:lastModifiedBy>karthikeyan</cp:lastModifiedBy>
  <cp:revision>30</cp:revision>
  <dcterms:created xsi:type="dcterms:W3CDTF">2024-09-25T00:01:58Z</dcterms:created>
  <dcterms:modified xsi:type="dcterms:W3CDTF">2025-02-04T06:31:23Z</dcterms:modified>
</cp:coreProperties>
</file>